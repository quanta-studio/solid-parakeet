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→ PPTX presenter notes.
The verification layer of the operating model. Knowledge-share framing.
Through-line: agents confidently fabricate; make claims cheap to check and expensive to fake —
evidence before assertion + an adversary from a DIFFERENT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slide. Name the precise failure mode most AI pitches dodge. A CTO has felt this:
fluent output that's subtly wrong. Everything else follows from taking it seriously.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talk is these two principles. Say them plainly, then spend a few slides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 1, Diagram B — the evidence ladder. Most claims sit at the bottom (red). The
discipline is to push every important claim up a rung: assertion → run → independent repro.
Never accept the bottom rung for anything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everything needs the top rung — that would be paralysis. Match the rung to the 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A. The framing of the reviewer's job matters: an approver looks for reasons to say yes;
a refuter looks for reasons to say no. We want the refuter.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memorable, differentiated idea. Self-review by the same model family is weak; a
rival vendor is the cheap way to get genuinely independent eyes.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failure modes. These are exactly the things that slip past a trusting human reviewer
skimming a confident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 only works if it's the path of least resistance. Manual, optional verification is
verification that doesn't happen when it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 "AI checks AI." The honest version — a vote with human escalation on ties — is
both more credible and more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them with the one line and the rival-vendor image. That's what they'll repeat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Trust, but Verify — with a Rival</dc:title>
  <dc:subject>Keeping AI output honest — evidence before assertion + cross-vendor adversarial review</dc:subject>
  <dc:creator/>
  <cp:lastModifiedBy/>
  <cp:revision>1</cp:revision>
  <dcterms:created xsi:type="dcterms:W3CDTF">2026-06-22T12:34:02Z</dcterms:created>
  <dcterms:modified xsi:type="dcterms:W3CDTF">2026-06-22T12:34:02Z</dcterms:modified>
</cp:coreProperties>
</file>