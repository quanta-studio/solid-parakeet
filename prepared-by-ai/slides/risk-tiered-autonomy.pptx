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→ PPTX presenter notes.
The governance ring of the operating model. Knowledge-share framing.
Through-line: autonomy is per-task, routed by blast radius × reversibility — not a global on/off.
Autonomous still means "to a PR, not to prod."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CTO has heard this binary. Dismantling it in the first 60 seconds earns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reframing is the core idea. Difficulty is the wrong axis; consequence-of-error and
reversibility are the right ones. Drive this home before showing the spectrum.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A — the spectrum. Green: low + reversible runs autonomously. Amber: medium hits a
human gate. Red: high + irreversible gets a human pair. The traffic-light coloring does the
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B — routing in practice. Incoming work is risk-assessed, then low goes
spec→plan→PR→notify, while medium/high goes analyze→plan→human-confirm before proceeding.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failure mode of gating is making it so heavy people route around it. Confirm direction,
not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clarification defuses most of the fear. Autonomous agents aren't pushing to
production; they're opening pull requests like any engineer.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Tiers are assigned up front but not frozen. The moment reality diverges from the estimate,
the leash shortens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it in something the CTO already does for humans. You're not inventing governance;
you're extending it to a new kind of worker.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Value, then the honest failure mode. Mis-tiering is the whole risk; conservatism on the
reversibility call is the mitigation.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reframe, one more time, as the takeaway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Much Leash? Risk-Tiered Autonomy</dc:title>
  <dc:subject>Matching an agent's autonomy to the blast radius of the work</dc:subject>
  <dc:creator/>
  <cp:lastModifiedBy/>
  <cp:revision>1</cp:revision>
  <dcterms:created xsi:type="dcterms:W3CDTF">2026-06-22T12:31:06Z</dcterms:created>
  <dcterms:modified xsi:type="dcterms:W3CDTF">2026-06-22T12:31:06Z</dcterms:modified>
</cp:coreProperties>
</file>