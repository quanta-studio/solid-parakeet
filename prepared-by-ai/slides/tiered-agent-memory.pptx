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live in these HTML comments and export into PPTX presenter notes.
This deck is framed as a knowledge-share — "a pattern we landed on," not a pitch.
Through-line: agents have amnesia + a finite, costly attention budget; tier memory
like a CPU cache and curate it so it never rots.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tension, not the files. Every CTO feels this: AI tools that forget,
and the cost/latency of stuffing context. Name both problems before any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cache analogy here. It lets a technical leader assess soundness in seconds,
and it carries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A — the memory hierarchy. Walk top to bottom: the HOT index is loaded every
session and is tiny; WARM catalogs load only in-area; COLD facts surface only when their
one-line summary matches the task. Only the relevant slice ever reaches the context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atomic unit is the whole trick for maintainability. Typing is what lets recall and
retention be policy-driven instead of one undifferentiated blob.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"why not just load everything?" The always-on footprint
stays flat as the knowledge base grows. Cost scales with relevance, not with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"context not commands" detail matters: a recalled fact informs, it doesn't override
the current task. That's what keeps a growing memory from causing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here: this discipline is ongoing work. That candor is what makes a knowledge-share
credible. The rules are the product — the files are just where they're written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B — the fact lifecycle. Note the three gates before anything is written
(worth-keeping? already-covered? already-a-source-of-truth?) and the verify-on-use gate
that ends in either "use it" or "delete." This flow is the curation discipline made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Durable memory is curated and compounding; the ephemeral board is disposable live state.
Keeping them apart is what keeps the durable store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Outcomes, stated plainly and honestly. Resist over-claiming — the caveat earns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open, no ask. Knowledge-share goal: leave them with the mental model and an offer,
not a decision to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Tiered Agent Memory</dc:title>
  <dc:subject>Giving AI coding agents an institutional memory — a context-engineering pattern</dc:subject>
  <dc:creator/>
  <cp:lastModifiedBy/>
  <cp:revision>1</cp:revision>
  <dcterms:created xsi:type="dcterms:W3CDTF">2026-06-22T11:59:37Z</dcterms:created>
  <dcterms:modified xsi:type="dcterms:W3CDTF">2026-06-22T11:59:37Z</dcterms:modified>
</cp:coreProperties>
</file>