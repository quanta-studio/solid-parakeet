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→ PPTX presenter notes.
The retrospective / closer for the set. Knowledge-share framing, project-agnostic.
Through-line: the system wasn't designed, it accreted — every control is a scar from a real
failure. Lead with candor; it reads as honest, not salesy.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Disarm the room. A scar story is more credible than a success story. Say plainly: we didn't
plan this; we kept fixing what broke.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A — the scar map. Don't read it as architecture; read it as a list of things that went
wrong. The green column exists only because of the red one. This single slide is the spine of
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founding scar. The emotional beat: the moment you realize fluent output can be confidently
false. Everything in the verification layer descends from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Counterintuitive, so worth saying out loud: more context is not strictly better. This is the
scar behind the whole memory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Parallelism was supposed to be the win; unmanaged, it was the fastest way to corrupt work.
The isolation layer is the scar.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already showed these; here just name the failure and the fix quickly. Don't re-teach
the other decks — this is a retrospective, not a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of three laws that aren't in any other deck. This is the mindset shift the whole
system is built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B shows law 2 in action: a fix only counts once it's in the default path. Law 3 is the
reason none of this is "done" — it's maintained.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useful slide for another team. The controls are worthless detached from the lessons
that earned them. Keep the lesson attached to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thesis. If this is the closer for the set, this is the last thing they hear: the
system is a maintained record of failures and fixes, not a clever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Learned — Every Control Is a Scar</dc:title>
  <dc:subject>The honest retrospective — what broke, and what each break forced us to build</dc:subject>
  <dc:creator/>
  <cp:lastModifiedBy/>
  <cp:revision>1</cp:revision>
  <dcterms:created xsi:type="dcterms:W3CDTF">2026-06-22T12:46:06Z</dcterms:created>
  <dcterms:modified xsi:type="dcterms:W3CDTF">2026-06-22T12:46:06Z</dcterms:modified>
</cp:coreProperties>
</file>