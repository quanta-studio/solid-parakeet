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live in these HTML comments and export into PPTX presenter notes.
Knowledge-share framing — "a pattern we landed on," not a pitch.
Through-line: N agents on one codebase = a distributed eng team, but stateless and prone to
confident fabrication. Port the org chart + SDLC onto agents; encode rules where they read them.
Companion to the "Tiered Agent Memory" deck (the durable-knowledge channel).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chaos. Every CTO recognizes these failure modes from human teams: merge conflicts,
lost work, unreviewed code. That recognition is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whole talk. We're not building novel infrastructure; we're adapting
40 years of how humans ship software, plus two AI-specific twists (revealed later).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 — the topology. Walk it: work queue → coordinator assigns → isolated executors
(one worktree each) → they share a live board + durable memory → independent review gate →
merge on pass, loop back to the coordinator on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is the floor. Without it, nothing else matters — two agents in one working directory
will corrupt each other regardless of how good the coordination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channels have different lifetimes, so they stay separate. The durable channel is the
subject of the companion "Tiered Agent Memory" deck — call that back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coordinator is what keeps N agents from each independently deciding "I'll do the most
important thing" and all grabbing the same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lightweight. If the protocol is heavy, agents (and humans) route around it. The whole
value is that it's cheap enough to always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B — one task's life across the fleet. Note the ownership gate before any work, the
review pass/fail loop, and the close-out: clear the board row AND write the durable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AI-specific control. Plausible-but-wrong output is the
default risk; an adversarial, evidence-demanding reviewer is the antidote.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Unglamorous but essential. These are the rules that, skipped, produce a green PR that breaks
main. Encode them; don't assume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intellectual payoff. It tells the CTO exactly which two things you can't
copy-paste from human process,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Outcomes, then the honest cost. The caveat is what makes a knowledge-share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open, no ask. Pair this with the memory deck to show one coherent system, not two gadgets.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Virtual Engineering Team</dc:title>
  <dc:subject>Running multiple AI coding agents in parallel on one codebase — a coordination pattern</dc:subject>
  <dc:creator/>
  <cp:lastModifiedBy/>
  <cp:revision>1</cp:revision>
  <dcterms:created xsi:type="dcterms:W3CDTF">2026-06-22T12:10:24Z</dcterms:created>
  <dcterms:modified xsi:type="dcterms:W3CDTF">2026-06-22T12:10:24Z</dcterms:modified>
</cp:coreProperties>
</file>