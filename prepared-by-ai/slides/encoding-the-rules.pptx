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→ PPTX presenter notes.
The authored-rules layer of the operating model. Knowledge-share framing.
Through-line: you don't train an AI engineer, you write down how you work where it reads it.
Authored rules (policy) + reusable playbooks (procedure), distinct from learned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AI enablement away from model-shopping toward something the team fully controls: what
they write down. This lands well with a CTO who's tired of "we need a better model"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A. The whole talk hinges on keeping these two apart. Rules are written and deterministic;
memory is learned and situational.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"Constitution" is the right register: it's the standing law of the repo, not a suggestion and
not a fact. It applies every time,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is the clearest way to teach the rules-vs-memory split. Repeat it; it's the crux.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memory deck explicitly — together they cover the full picture of what shapes
an agent's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B. Playbooks are the procedural complement to rules: rules say what's allowed;
playbooks encode how a recurring job is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subtle win: you get to version *how the work is done*, not only what it produced. That's
process-as-code.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ROI line for a CTO: zero-ramp onboarding for every new agent or session, because
the knowledge is in the repo, not in someone's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Value, then the honest failure mode: a bloated rules file is worse than a short one, because
agents (and humans) stop reading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takeaway: enablement is a writing-and-curation discipline, fully in the team's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Repo Is the Onboarding Doc</dc:title>
  <dc:subject>Encoding how you work where the agent reads it — authored rules + reusable playbooks</dc:subject>
  <dc:creator/>
  <cp:lastModifiedBy/>
  <cp:revision>1</cp:revision>
  <dcterms:created xsi:type="dcterms:W3CDTF">2026-06-22T12:34:07Z</dcterms:created>
  <dcterms:modified xsi:type="dcterms:W3CDTF">2026-06-22T12:34:07Z</dcterms:modified>
</cp:coreProperties>
</file>