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in HTML comments → export to PPTX presenter notes.
This is the CAPSTONE / index deck — opener or closer for the set of five.
Through-line: AI-assisted engineering is a thin operating layer (rules, memory, coordination,
verification) around an unchanged SDLC. Each layer is its own companion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oversell a tool; sell a system. The CTO has seen "AI coding tool" demos. The pitch is
that the demo isn't the hard part — running it as an operation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 A. The SDLC in the middle is unchanged — spec, plan, build, review, merge. The four
layers wrap it. The point of the slide: we didn't reinvent software delivery; we wrapped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one task end to end. Nothing exotic in the steps; the layers just make each step safe
for an autonomous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table of contents for the whole set. Name each layer, name its talk,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governance ring sits outside all four layers. It decides how much an agent may do before
it has to ask. This is the slide a risk-conscious CTO leans into.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value, then the honest cost. The caveat keeps the knowledge-share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this is the opener, end with "let's walk each layer." If the closer, end with "that's the
whole system." Either way: it's a system, not a gadget.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We Run AI-Assisted Engineering</dc:title>
  <dc:subject>The operating model — the capstone the other talks slot into</dc:subject>
  <dc:creator/>
  <cp:lastModifiedBy/>
  <cp:revision>1</cp:revision>
  <dcterms:created xsi:type="dcterms:W3CDTF">2026-06-22T12:33:58Z</dcterms:created>
  <dcterms:modified xsi:type="dcterms:W3CDTF">2026-06-22T12:33:58Z</dcterms:modified>
</cp:coreProperties>
</file>